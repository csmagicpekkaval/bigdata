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40"/>
  </p:normalViewPr>
  <p:slideViewPr>
    <p:cSldViewPr snapToGrid="0">
      <p:cViewPr varScale="1">
        <p:scale>
          <a:sx n="111" d="100"/>
          <a:sy n="111" d="100"/>
        </p:scale>
        <p:origin x="82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57D0DE-9D84-5549-553C-4DA4101EC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01F26B9-DE2B-CC86-522B-D0BDE6CD32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CDFEA6A-6F06-B2C1-27AE-78A956CDE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8F442-28F4-D543-AE21-A9D1E478EFE9}" type="datetimeFigureOut">
              <a:rPr kumimoji="1" lang="zh-TW" altLang="en-US" smtClean="0"/>
              <a:t>2025/11/18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7BCAD51-B0C4-5851-6FDE-261A8CCF0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E9429E-6721-1848-1CD5-7B73ED523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EA601-8047-8147-A05A-F369C995235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27176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908310-8DFE-8CE5-4943-7F898A35A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0341C9E-52DA-7550-634D-9B2C487FC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696EC28-D0C9-D0D2-1023-842F2888E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8F442-28F4-D543-AE21-A9D1E478EFE9}" type="datetimeFigureOut">
              <a:rPr kumimoji="1" lang="zh-TW" altLang="en-US" smtClean="0"/>
              <a:t>2025/11/18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0113814-29FD-421A-E9C4-C446594B8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B9571F1-D62C-17E9-EEFD-6F428C49A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EA601-8047-8147-A05A-F369C995235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39610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CB06F7-3A02-58F1-06E3-571D0781D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11032AC-716C-0645-81D2-F0C3F0429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ABFBAF-25BC-541A-C234-FAB91E5A2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8F442-28F4-D543-AE21-A9D1E478EFE9}" type="datetimeFigureOut">
              <a:rPr kumimoji="1" lang="zh-TW" altLang="en-US" smtClean="0"/>
              <a:t>2025/11/18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9B4BCD-CBEC-C95E-5601-B6F04B331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4E97768-1FA2-49D0-933E-A454518F8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EA601-8047-8147-A05A-F369C995235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406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45DB65-85A4-1743-B2B0-BB2B30C45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FBAB93D-2834-CD34-CE70-C8108EE039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B7DDFD7-3CE7-B805-0BC2-230A5A5A0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5456F4D-F548-1D72-F516-9E32474B4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8F442-28F4-D543-AE21-A9D1E478EFE9}" type="datetimeFigureOut">
              <a:rPr kumimoji="1" lang="zh-TW" altLang="en-US" smtClean="0"/>
              <a:t>2025/11/18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EA547D5-89C7-63B8-66E7-56C7014BE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01D7DAE-8C49-83B0-880F-E8F57EECF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EA601-8047-8147-A05A-F369C995235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40651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A049E6-EE73-C5B6-1EF8-18B78846F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C70F30-2B5D-BD4C-D11E-CC655E2FB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A5AD53C-D423-C1D0-DC2D-CEF3FA9CEF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798C370-3668-DD32-6F42-44A655338F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4258B67-1F37-B589-733A-D5B2E702D8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2D6A889-F1A5-5872-3021-50058235E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8F442-28F4-D543-AE21-A9D1E478EFE9}" type="datetimeFigureOut">
              <a:rPr kumimoji="1" lang="zh-TW" altLang="en-US" smtClean="0"/>
              <a:t>2025/11/18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7B64594-503C-155B-E5DB-D930AD017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2D954F7-0D93-5C23-B138-BF66DA741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EA601-8047-8147-A05A-F369C995235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18286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67F751-6C8E-8DAB-48A8-C6EBA71CA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4C6802C-68F0-5439-5C4D-192EC9255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8F442-28F4-D543-AE21-A9D1E478EFE9}" type="datetimeFigureOut">
              <a:rPr kumimoji="1" lang="zh-TW" altLang="en-US" smtClean="0"/>
              <a:t>2025/11/18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AD6A5FF-7D60-AC89-CC49-1133DFC1A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786F197-D4AC-189A-575D-6CCB675C0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EA601-8047-8147-A05A-F369C995235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27272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AC79DA4-E247-63BB-F55F-0DDEE6F1E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8F442-28F4-D543-AE21-A9D1E478EFE9}" type="datetimeFigureOut">
              <a:rPr kumimoji="1" lang="zh-TW" altLang="en-US" smtClean="0"/>
              <a:t>2025/11/18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E0AE5A7-E52E-F286-993E-D4C07A1CE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95BCE21-B323-D6B2-768A-76E9BC7D0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EA601-8047-8147-A05A-F369C995235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63706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5951DC-D00B-5C71-CA2D-2A945B14E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4A023A-18DE-0234-D670-C1B1F16CB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DE50A69-6EEA-C2B3-C209-AD06EECFEA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507B3A7-CE30-3BFD-DE7F-0BF4D1480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8F442-28F4-D543-AE21-A9D1E478EFE9}" type="datetimeFigureOut">
              <a:rPr kumimoji="1" lang="zh-TW" altLang="en-US" smtClean="0"/>
              <a:t>2025/11/18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AC6274A-F125-BB98-BE82-C015467C7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BE45EAF-4D16-39D6-FF23-C4410A364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EA601-8047-8147-A05A-F369C995235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1552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1C4FA4-ADAA-2491-058E-A3406A6FF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34B4648-87ED-DCA4-D449-3ECC74F6DE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504240E-5884-8760-3171-1A7FA2CB1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E7E87AF-8137-B729-8AA1-1DE058A7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8F442-28F4-D543-AE21-A9D1E478EFE9}" type="datetimeFigureOut">
              <a:rPr kumimoji="1" lang="zh-TW" altLang="en-US" smtClean="0"/>
              <a:t>2025/11/18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06F9DFB-1040-891B-395B-99D1FB912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38BDD31-2C00-D8E8-A933-13FFD4831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EA601-8047-8147-A05A-F369C995235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0666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011661-194D-1682-FDFC-8F6E48B03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3C4FF0E-6A25-BB8F-1EC4-CCA2AE226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33F8CE-D5DB-A132-6D92-A537C5030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8F442-28F4-D543-AE21-A9D1E478EFE9}" type="datetimeFigureOut">
              <a:rPr kumimoji="1" lang="zh-TW" altLang="en-US" smtClean="0"/>
              <a:t>2025/11/18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0CDE91-ABCC-39BA-1CD4-5C691D833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3093657-AC89-7CDB-6268-5BCB64CD7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EA601-8047-8147-A05A-F369C995235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45974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1860709-CAF8-D2E6-8BCE-8633CBF3F4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CCB4B86-4D22-14DA-250C-7B44D346D5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6376069-FC99-5A66-FC97-108CFE219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8F442-28F4-D543-AE21-A9D1E478EFE9}" type="datetimeFigureOut">
              <a:rPr kumimoji="1" lang="zh-TW" altLang="en-US" smtClean="0"/>
              <a:t>2025/11/18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34B00A4-7F08-AA68-9EB7-FA4CF1689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BF0B9B7-5B14-E119-485A-0275FD29B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EA601-8047-8147-A05A-F369C995235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7078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DF123F-5E19-B140-79DE-F67615C73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FA590B0-BEE3-950E-A1CA-2EC6D56D4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5FA607D-AED1-E406-BDB7-90F9C33DE7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F8F442-28F4-D543-AE21-A9D1E478EFE9}" type="datetimeFigureOut">
              <a:rPr kumimoji="1" lang="zh-TW" altLang="en-US" smtClean="0"/>
              <a:t>2025/11/18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5A40341-71C9-3BAF-AD66-D74D2F141A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903B236-6F31-7415-7B1B-DC6982EF09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DEA601-8047-8147-A05A-F369C995235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25803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5C37F9-24E4-7DFE-BE9E-57600AA253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506" y="-412595"/>
            <a:ext cx="9144000" cy="2387600"/>
          </a:xfrm>
        </p:spPr>
        <p:txBody>
          <a:bodyPr/>
          <a:lstStyle/>
          <a:p>
            <a:r>
              <a:rPr kumimoji="1" lang="en-US" altLang="zh-TW" dirty="0" err="1"/>
              <a:t>kmean</a:t>
            </a:r>
            <a:endParaRPr kumimoji="1"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78771C0-4865-3EFE-C83E-40F30A886E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74D4B0A-22BC-9246-4BCC-1FED26B58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06" y="2007124"/>
            <a:ext cx="11635350" cy="23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079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9D859158-6E6F-E216-30E9-88B27C2076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2079498"/>
            <a:ext cx="10905066" cy="2699002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842ADFFF-737F-B64C-367E-A5526DF59D39}"/>
              </a:ext>
            </a:extLst>
          </p:cNvPr>
          <p:cNvSpPr txBox="1"/>
          <p:nvPr/>
        </p:nvSpPr>
        <p:spPr>
          <a:xfrm>
            <a:off x="1412111" y="833378"/>
            <a:ext cx="47903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TW" sz="4000" b="1" dirty="0"/>
              <a:t>hierarchical</a:t>
            </a:r>
          </a:p>
          <a:p>
            <a:endParaRPr kumimoji="1" lang="zh-TW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029993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Macintosh PowerPoint</Application>
  <PresentationFormat>寬螢幕</PresentationFormat>
  <Paragraphs>2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佈景主題</vt:lpstr>
      <vt:lpstr>kmean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戴治心</dc:creator>
  <cp:lastModifiedBy>戴治心</cp:lastModifiedBy>
  <cp:revision>1</cp:revision>
  <dcterms:created xsi:type="dcterms:W3CDTF">2025-11-18T13:59:46Z</dcterms:created>
  <dcterms:modified xsi:type="dcterms:W3CDTF">2025-11-18T14:01:19Z</dcterms:modified>
</cp:coreProperties>
</file>